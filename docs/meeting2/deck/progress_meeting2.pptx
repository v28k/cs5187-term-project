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Grammar-Aware Fuzzing of PostgreSQL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meeting 2: what we executed, what we found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term project A3 · Venu · Bhuvan · Gowtham · 29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bug scorecard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329184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filed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Replied: confirmed a bug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upstream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Gowtham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Bhuvan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total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43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filed on pgsql-bugs / pgsql-hackers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0" y="4343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38912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by committers or contributors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0" y="43434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229600" y="5120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fixed on PostgreSQL master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were found by our fuzzer, by oracle-guided audits of recent PostgreSQL code, and by reducing campaign findings.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DETAILS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Venu: 2 filed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5029200"/>
                <a:gridCol w="213055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 (short note)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BUG-01 JSON_TABLE collations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JSON_TABLE never assigns collations to its context item and PASSING args. Assertion in execExpr.c on master, silent wrong result on 18.6. Found by the grammar fuzzer; one-line patch + tests.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filed 16 Oct; no reply yet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BUG-02 range containment with NULL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#19793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 support function folds range @&gt; NULL-element to a constant, so a strict operator returns true/false instead of NULL. Silent wrong result in released 17 and 18. Found by our (SELECT e) rewrite oracle.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filed 23 Oct; patch sent; no reply yet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DETAILS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Gowtham: 3 filed, 3 answered, 2 fixed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5029200"/>
                <a:gridCol w="213055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 (short note)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MERGE: SubPlan with no parent 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#19802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into a partitioned table with a non-pulled-up source and a scalar subquery in UPDATE SET fails with an internal error. Found by the grammar arm.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by a committer; fix posted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Append assertion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#19803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Assertion failure in a parallel Append plan, found through a TLP check by the LLM-fragment arm.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confirmed; fixed on master (abda2a2c)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to_char NaN / NORMALIZE crash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#19771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to_char on NaN leads to an assertion in NORMALIZE. Reduced by our tool to 27 tokens.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committed (776df8a6), authored by Gowtham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DETAILS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Bhuvan: 4 filed, 1 answered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5029200"/>
                <a:gridCol w="213055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 (short note)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AUDIT-F1 NOT IN anti-join cast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pgsql-bugs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Wrong-result regression from commit 383eb21ebf: NOT IN is turned into an anti-join and ignores an implicit cast on the sub-select side. In 19rc1 and master, not in 18.6. Patch + test.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filed 23 Oct; awaiting reply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AUDIT-F2 IGNORE NULLS hang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pgsql-bugs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scan of window functions with IGNORE NULLS can hang.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filed 23 Oct; Ishii replied 24 Oct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C-01 dependencies.c assertion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pgsql-bugs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expression in extended statistics trips an assertion. Reproducer + patch.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filed 27 Oct; awaiting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stats non-finite MCV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pgsql-hackers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pg_restore_extended_stats accepts non-finite MCV frequencies. Patch submitted.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8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under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BUG-02 reproduced on 18.6 and master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" y="1335024"/>
            <a:ext cx="5925312" cy="44368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user/cs5187-term-project/docs/meeting2/deck/A3_bug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852160" cy="43636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1371600"/>
            <a:ext cx="4965192" cy="2103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371600"/>
            <a:ext cx="64008" cy="210312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03720" y="1444752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903720" y="1874520"/>
            <a:ext cx="4599432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row: every column must be NULL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 and master print t / f / 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shows Output: true, the planner folded 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5120" y="3657600"/>
            <a:ext cx="4965192" cy="25603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5120" y="3657600"/>
            <a:ext cx="64008" cy="2560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3730752"/>
            <a:ext cx="4599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found it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903720" y="4160520"/>
            <a:ext cx="4599432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rewrites e as (SELECT e) on the derivation tree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within the first 150 test cases the rewrite ran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rangetypes.c support function; patch sent for 17, 18, master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planned at meeting 1 is built and run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6949440"/>
                <a:gridCol w="1673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executed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grammar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rules, 421 alternatives, 13 types; derivation trees with node spans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Metamorphic oracles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kinds: TLP (WHERE, HAVING, aggregates), NoREC, expression/predicate rewrites, RLS leak, CERT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+ version oracles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plan variants; master vs 18.6 cross-version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reproduce x3, tree + token reduction, localization, upstream report draft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extension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miner, prompt, validation gate, repair rounds, rewrite gate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(RQ3)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reverted real fixes; fixed / solo / injected servers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arms x 5 trials x 1 h on two machines (RQ1-RQ4)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 unit tests; about 10,500 lines of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one tree, four jobs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" y="1289304"/>
            <a:ext cx="7022592" cy="35169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user/cs5187-term-project/docs/meeting2/deck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949440" cy="34437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325880"/>
            <a:ext cx="3867912" cy="35661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1325880"/>
            <a:ext cx="64008" cy="356616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1399032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derivation tree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001000" y="1828800"/>
            <a:ext cx="350215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builds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re-derives one subtree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Oracles rewrite one typed node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reduces it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5074920"/>
            <a:ext cx="11094415" cy="1188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074920"/>
            <a:ext cx="64008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5148072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77240" y="5577840"/>
            <a:ext cx="1072865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node has a type and a position, an oracle can rewrite a single node at any query level, so queries stay valid SQL and the rewrites stay sound.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from failure to upstream report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9564" y="1335024"/>
            <a:ext cx="57988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user/cs5187-term-project/docs/meeting2/deck/A3_tri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140" y="1371600"/>
            <a:ext cx="5725720" cy="3108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5537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pgfuzz triage on a real candidate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55664" y="1335024"/>
            <a:ext cx="5221224" cy="2193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11" name="Image 1" descr="/home/user/cs5187-term-project/docs/meeting2/deck/A3_upstream_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148072" cy="21202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3565032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upstream report draft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 → 79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548640" y="5669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after tree + token reduction of a BUG-01 case (tokens alone: 116)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38912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389120" y="5669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is reproduced three times on a fresh connection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4892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x rewrite</a:t>
            </a:r>
            <a:endParaRPr lang="en-US" sz="4000" dirty="0"/>
          </a:p>
        </p:txBody>
      </p:sp>
      <p:sp>
        <p:nvSpPr>
          <p:cNvPr id="18" name="Text 14"/>
          <p:cNvSpPr/>
          <p:nvPr/>
        </p:nvSpPr>
        <p:spPr>
          <a:xfrm>
            <a:off x="8229600" y="5669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names the planner path or the always-applied rewrite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campaigns we ran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arms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Grammar, +Oracles, no-bandit, +LLM fragments, +LLM seeds, +LLM both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x 1 h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148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arm, same seeds, 4 workers, assertions 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laptops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RQ1/RQ2/RQ4 on one, RQ3 on the other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0" y="13716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26bd08fb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326880" y="2148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PostgreSQL master commit for everything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81238" y="3300984"/>
            <a:ext cx="9429219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16" name="Image 0" descr="/home/user/cs5187-term-project/docs/meeting2/deck/B4_summary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814" y="3337560"/>
            <a:ext cx="9356067" cy="2103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55138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summary produced by the report tool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Statistics: medians, Mann-Whitney U, Vargha-Delaney A12 (with 5 trials the smallest possible p is 0.008).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the typed grammar reaches far more of PostgreSQL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772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1005840"/>
                <a:gridCol w="128016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shapes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/ mutation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1,074k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20,279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+ oracles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34,313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LLM (both)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26,375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1362" y="3941064"/>
            <a:ext cx="4080796" cy="240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9" name="Image 0" descr="/home/user/cs5187-term-project/docs/meeting2/deck/rq1_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938" y="3977640"/>
            <a:ext cx="4007644" cy="23317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382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line coverage over time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000482" y="3941064"/>
            <a:ext cx="4080796" cy="240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12" name="Image 1" descr="/home/user/cs5187-term-project/docs/meeting2/deck/rq1_pl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058" y="3977640"/>
            <a:ext cx="4007644" cy="23317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37760" y="6382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plan shapes over time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8412480" y="1371600"/>
            <a:ext cx="3227832" cy="23774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8412480" y="1371600"/>
            <a:ext cx="64008" cy="237744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641080" y="144475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641080" y="1874520"/>
            <a:ext cx="286207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vs random: A12 = 1.00, p = 0.008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Oracles double plan shapes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adds features, not lines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326880" y="3977640"/>
            <a:ext cx="2313432" cy="23317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26880" y="3977640"/>
            <a:ext cx="64008" cy="233172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555480" y="4050792"/>
            <a:ext cx="1947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555480" y="4480560"/>
            <a:ext cx="194767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runs 15x more tests and still reaches less.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93 candidates triaged, every one has a verdict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bugs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duplicates of real upstream bugs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positives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flaky (did not reproduce x3)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open, to verify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297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duplicates not counted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0" y="4297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200400" y="5074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if duplicates count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0" y="1371600"/>
            <a:ext cx="5239512" cy="47548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371600"/>
            <a:ext cx="64008" cy="475488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1444752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false-positive classes, all fixed with tests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629400" y="1874520"/>
            <a:ext cx="4873752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found during development (ARRAY(SELECT), TLP-HAVING, numeric scale, seed clock, PoC replay, intended corr change)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intervals printed differently: 16 candidates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NULL in ordered aggregates: 2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Cross-version state divergence (IGNORE NULLS): 5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 that changed the collation: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oracle precision, not generator power, is the bottleneck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23 real PostgreSQL bugs put back, and what each arm found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9399" y="1335024"/>
            <a:ext cx="595352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user/cs5187-term-project/docs/meeting2/deck/A2_bench_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975" y="1371600"/>
            <a:ext cx="5880370" cy="2743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187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verify: fixed / solo / injected servers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71600"/>
          <a:ext cx="46908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5623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 found (of 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+ oracles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480560"/>
            <a:ext cx="6035040" cy="17373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4480560"/>
            <a:ext cx="64008" cy="173736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455371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77240" y="4983480"/>
            <a:ext cx="5669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of 31 Jul to 16 Oct 2026, each with a regression test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23 observable; only 9 visible to a crash-only fuzzer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49440" y="3566160"/>
            <a:ext cx="4690872" cy="265176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0" y="3566160"/>
            <a:ext cx="64008" cy="265176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78040" y="3639312"/>
            <a:ext cx="4325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178040" y="4069080"/>
            <a:ext cx="43251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arm found a wrong-result benchmark bug in 1 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advantage is shown by RQ2 (real wrong results found), not by RQ3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RQ4: the LLM extension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" y="1335024"/>
            <a:ext cx="5193792" cy="3577193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user/cs5187-term-project/docs/meeting2/deck/B2_extend_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120640" cy="35040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948793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commit-directed extension run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13716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03504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accepted by the validation gate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6968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886968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features (p = 0.004), no coverage gain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35040" y="3017520"/>
            <a:ext cx="5605272" cy="324612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5040" y="3017520"/>
            <a:ext cx="64008" cy="324612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63640" y="3090672"/>
            <a:ext cx="5239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63640" y="3520440"/>
            <a:ext cx="523951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rejected 16 of 25 rounds on server validity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Fragments-only arm found upstream bug #19803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accepted rewrite changed the collation and caused a false positive; the gate now rejects explicit COLLATE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 Flash (free tier); 10 of 25 mined commits used because of the daily quota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5486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and response is stored, so the run can be replayed without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wall: runs on the team's machines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" y="1335024"/>
            <a:ext cx="5559552" cy="115875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8" name="Image 0" descr="/home/user/cs5187-term-project/docs/meeting2/deck/00_py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10856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53035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72784" y="1335024"/>
            <a:ext cx="3182112" cy="124246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11" name="Image 1" descr="/home/user/cs5187-term-project/docs/meeting2/deck/B1_selft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3108960" cy="11693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2614069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self-test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12064" y="2889504"/>
            <a:ext cx="5468112" cy="2854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14" name="Image 2" descr="/home/user/cs5187-term-project/docs/meeting2/deck/A3_samp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5394960" cy="2781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" y="57802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sample: generated SQL, validity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81344" y="2889504"/>
            <a:ext cx="5468112" cy="322844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pic>
        <p:nvPicPr>
          <p:cNvPr id="17" name="Image 3" descr="/home/user/cs5187-term-project/docs/meeting2/deck/A5_attrib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926080"/>
            <a:ext cx="5394960" cy="31552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7920" y="615452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attribution by replay on solo servers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wrong, and how we handled 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440680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71600"/>
            <a:ext cx="64008" cy="2286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4475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5074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worker's server failed crash recovery after an assertion: 14 trials re-run with the same seeds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sleep during a campaign: trial clocks are monotonic, budget unchanged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99632" y="1371600"/>
            <a:ext cx="5440680" cy="22860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371600"/>
            <a:ext cx="64008" cy="22860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44475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28232" y="1874520"/>
            <a:ext cx="50749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arm ran on Gemini Flash (free tier) via the tool's manual mode, no source change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quota: 10 commits instead of 30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440680" cy="23774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40480"/>
            <a:ext cx="64008" cy="23774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9136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4343400"/>
            <a:ext cx="5074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new oracle false-positive classes appeared in the campaigns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afterwards and tested on stored reproducers; not re-measured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840480"/>
            <a:ext cx="5440680" cy="23774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3840480"/>
            <a:ext cx="64008" cy="2377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91363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honestly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28232" y="4343400"/>
            <a:ext cx="5074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precision 0.16 is logged as measured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shows no oracle advantage; we say so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5FAD"/>
          </a:solidFill>
          <a:ln w="12700">
            <a:solidFill>
              <a:srgbClr val="1F5F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5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13 November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CS-5187 A3 · LLM-guided grammar-aware fuzzing of PostgreSQL · progress meeting 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6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Oct to 5 Nov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the 6 open candidates (5 RLS, 1 corr); follow up upstream threads; re-run BUG-01/02 reproducers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to 6 Nov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3: full result tables, paper draft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Nov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Nov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and repository due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754880"/>
            <a:ext cx="11094415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754880"/>
            <a:ext cx="64008" cy="13716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828032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you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77240" y="5257800"/>
            <a:ext cx="107286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7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committer-confirmed bugs (one fixed) meet the top band, even though the benchmark shows no oracle advantage?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github.com/v28k/cs5187-term-project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LLM-Guided Grammar-Aware Fuzzing of PostgreSQL: progress meeting 2</dc:title>
  <dc:subject>PptxGenJS Presentation</dc:subject>
  <dc:creator>Venu, Bhuvan, Gowtham</dc:creator>
  <cp:lastModifiedBy>Venu, Bhuvan, Gowtham</cp:lastModifiedBy>
  <cp:revision>1</cp:revision>
  <dcterms:created xsi:type="dcterms:W3CDTF">2026-10-29T15:49:31Z</dcterms:created>
  <dcterms:modified xsi:type="dcterms:W3CDTF">2026-10-29T15:49:31Z</dcterms:modified>
</cp:coreProperties>
</file>