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LLM-Guided Grammar-Aware Fuzzing of PostgreSQL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3375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meeting 2: what we built, what it found, what we measured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CS-5187 term project A3 · 29 October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were last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and the three claims from meeting 1.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420624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64008" cy="4206240"/>
          </a:xfrm>
          <a:prstGeom prst="rect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105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on 16 October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4754880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Harness, typed grammar and random baseline built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valid statements on 300 test cases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bug candidates, no campaign run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loop only planned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35040" y="1737360"/>
            <a:ext cx="5605272" cy="420624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1737360"/>
            <a:ext cx="64008" cy="42062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810512"/>
            <a:ext cx="5239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claims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263640" y="2240280"/>
            <a:ext cx="5239512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tree, four jobs: the derivation tree generates, mutates, is rewritten by oracles, and is reduced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Soundness we measure: validity and oracle precision are reported numbers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proposes, the server decides: a proposal counts only if it runs and reaches changed code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versus what we did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promise from meeting 1 has an outcome.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6035040"/>
                <a:gridCol w="1764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Meeting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 grammar, 3 oracles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 rules, 12 oracle kinds, 18 plan variants, cross-version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loop: mine, propose, gate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Built; run on 10 commits, 4 accepted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8-12 re-injected bugs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reverted fixes, 20 observable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exceeded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trials per arm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trials x 1 h x 7 arms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D98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least one bug acknowledged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bugs found, 4 answered, 2 fixed upstream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bug candidates so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 candidates triaged, each with a verdict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1: a typed grammar that keeps the tree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are trees of typed nodes, not strings.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12064" y="1700784"/>
            <a:ext cx="6839712" cy="342631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B"/>
            </a:solidFill>
            <a:prstDash val="solid"/>
          </a:ln>
        </p:spPr>
      </p:sp>
      <p:pic>
        <p:nvPicPr>
          <p:cNvPr id="6" name="Image 0" descr="/home/user/cs5187-term-project/docs/meeting2/deck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766560" cy="335316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89520" y="1737360"/>
            <a:ext cx="4050792" cy="41148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589520" y="1737360"/>
            <a:ext cx="64008" cy="4114800"/>
          </a:xfrm>
          <a:prstGeom prst="rect">
            <a:avLst/>
          </a:prstGeom>
          <a:solidFill>
            <a:srgbClr val="1F5FAD"/>
          </a:solidFill>
          <a:ln w="12700">
            <a:solidFill>
              <a:srgbClr val="1F5FA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18120" y="1810512"/>
            <a:ext cx="3685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short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818120" y="2240280"/>
            <a:ext cx="3685032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node has a type and a scope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a node keeps the SQL valid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favour alternatives that reach new plans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Literals come from the data, including NaN and -0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53492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rules · 421 alternatives · 13 types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2: oracles that know the right answer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wrong results, compare a query with something that must give the same rows.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2860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64008" cy="2286000"/>
          </a:xfrm>
          <a:prstGeom prst="rect">
            <a:avLst/>
          </a:prstGeom>
          <a:solidFill>
            <a:srgbClr val="1F5FAD"/>
          </a:solidFill>
          <a:ln w="12700">
            <a:solidFill>
              <a:srgbClr val="1F5F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105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Idea: ternary logic partitioning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50292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= SELECT ... WHERE p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row: p is true, false or NULL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must equal Q(p) + Q(NOT p) + Q(p IS NULL)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means a bug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737360"/>
          <a:ext cx="546811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906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TLP, NoREC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vs partitioned or counted 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Expression rewrites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vs (SELECT e), COALESCE(e,e)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Row-level security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restricted role vs policy inlined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plan variants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query, other planner settings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vs release 18.6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Crash / assertion / error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log and error 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43891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checks are why we can find bugs that never crash.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wrong-result bug: range containment with NULL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folds the call to a constant, so a NULL element gives true.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56318" y="1700784"/>
            <a:ext cx="5836804" cy="43708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B"/>
            </a:solidFill>
            <a:prstDash val="solid"/>
          </a:ln>
        </p:spPr>
      </p:sp>
      <p:pic>
        <p:nvPicPr>
          <p:cNvPr id="6" name="Image 0" descr="/home/user/cs5187-term-project/docs/meeting2/deck/A3_bug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894" y="1737360"/>
            <a:ext cx="5763652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75120" y="1737360"/>
            <a:ext cx="4965192" cy="429768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675120" y="1737360"/>
            <a:ext cx="64008" cy="42976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03720" y="1810512"/>
            <a:ext cx="4599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903720" y="2240280"/>
            <a:ext cx="4599432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row should give NULL in every column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18.6 and master print true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shows Output: true: the call became a constant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in released 17 and 18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the e versus (SELECT e) rewrite oracle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with regression tests sent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we found upstream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bugs, all found with our fuzzers and oracles, all reproduced on an assertion-enabled build.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737360"/>
                <a:gridCol w="331927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Upstream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JSON_TABLE collations (wrong result, assertion)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#19768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98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filed, awaiting reply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 containment with NULL (wrong result)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#19793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98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filed with patch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into partitioned table: SubPlan error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#19802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confirmed, fix posted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Append assertion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#19803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confirmed, fixed on master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to_char NaN crash in NORMALIZE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#19771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committed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 anti-join ignores a cast (wrong result)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pgsql-bugs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98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IGNORE NULLS window frame hang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pgsql-bugs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replied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Assertion on duplicate extended-stats expression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pgsql-bugs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98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Non-finite MCV frequencies in extended stats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pgsql-hackers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D98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submitted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filed · 4 answered · 2 fixed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bugs in a few words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notes for the bugs that are not covered in the deep dives.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0741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#19768 JSON_TABLE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assigns collations to its context item and PASSING arguments. Assertion on master, wrong result on 18.6. One-line patch.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#19793 range containment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 folds a strict operator to a constant, so NULL gives true. Wrong result in 17, 18 and master.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IN anti-join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regression: the conversion ignores an implicit cast. In 19rc1 and master, not 18.6. Patch and test.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IGNORE NULLS hang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frame scan of a window function can hang.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dependencies.c assertion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duplicate expression in extended statistics fails an assertion. Reproducer and patch.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Non-finite MCV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pg_restore_extended_stats accepts non-finite frequencies. Patch submitted.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bugs from the campaigns, explained step by step on the next slides.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91672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3566160"/>
                <a:gridCol w="222199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 by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#19802 MERGE: SubPlan with no parent plan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grammar campaign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confirmed, fix posted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#19803 parallel Append assertion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LLM-fragment arm + TLP check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confirmed, fixed on master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#19771 to_char NaN in NORMALIZE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grammar campaign, reduced to 27 tokens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committed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Triage: reproduce, shrink, localize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raw finding is a long query; maintainers need a small reproducer.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8046" y="1700784"/>
            <a:ext cx="5630468" cy="3090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B"/>
            </a:solidFill>
            <a:prstDash val="solid"/>
          </a:ln>
        </p:spPr>
      </p:sp>
      <p:pic>
        <p:nvPicPr>
          <p:cNvPr id="6" name="Image 0" descr="/home/user/cs5187-term-project/docs/meeting2/deck/A3_tri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22" y="1737360"/>
            <a:ext cx="5557316" cy="3017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364224" y="1700784"/>
            <a:ext cx="5312664" cy="223109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B"/>
            </a:solidFill>
            <a:prstDash val="solid"/>
          </a:ln>
        </p:spPr>
      </p:sp>
      <p:pic>
        <p:nvPicPr>
          <p:cNvPr id="8" name="Image 1" descr="/home/user/cs5187-term-project/docs/meeting2/deck/A3_upstream_re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239512" cy="21579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4983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590 → 79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548640" y="57607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after tree + token reduction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389120" y="4983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4389120" y="57607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reproduced on a fresh connection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8229600" y="4983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8229600" y="57607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upstream report is generated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Precision: strong oracles also raise false alarms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93 candidates got a verdict.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49377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real, new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real, also reported upstream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positive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flaky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verify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6634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54406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200400" y="46634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3200400" y="54406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duplicates count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737360"/>
            <a:ext cx="5239512" cy="420624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0" y="1737360"/>
            <a:ext cx="64008" cy="4206240"/>
          </a:xfrm>
          <a:prstGeom prst="rect">
            <a:avLst/>
          </a:prstGeom>
          <a:solidFill>
            <a:srgbClr val="1F5FAD"/>
          </a:solidFill>
          <a:ln w="12700">
            <a:solidFill>
              <a:srgbClr val="1F5FA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29400" y="1810512"/>
            <a:ext cx="4873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false-alarm classes, all fixed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629400" y="2240280"/>
            <a:ext cx="4873752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found during development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intervals printed differently: 16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NULL in ordered aggregates: 2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Cross-version state divergence: 5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rewrite that changed the collation: 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extension and its gate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proposes grammar pieces from recent commits; the server decides.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12064" y="1700784"/>
            <a:ext cx="4553712" cy="31391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B"/>
            </a:solidFill>
            <a:prstDash val="solid"/>
          </a:ln>
        </p:spPr>
      </p:sp>
      <p:pic>
        <p:nvPicPr>
          <p:cNvPr id="6" name="Image 0" descr="/home/user/cs5187-term-project/docs/meeting2/deck/B2_extend_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4480560" cy="30660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03520" y="1737360"/>
            <a:ext cx="3108960" cy="402336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303520" y="1737360"/>
            <a:ext cx="64008" cy="4023360"/>
          </a:xfrm>
          <a:prstGeom prst="rect">
            <a:avLst/>
          </a:prstGeom>
          <a:solidFill>
            <a:srgbClr val="1F5FAD"/>
          </a:solidFill>
          <a:ln w="12700">
            <a:solidFill>
              <a:srgbClr val="1F5FA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532120" y="18105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checks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532120" y="2240280"/>
            <a:ext cx="274320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 parses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at least 5 times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statements run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run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changed lines covered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595360" y="1737360"/>
            <a:ext cx="3044952" cy="402336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595360" y="1737360"/>
            <a:ext cx="64008" cy="4023360"/>
          </a:xfrm>
          <a:prstGeom prst="rect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23960" y="1810512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823960" y="2240280"/>
            <a:ext cx="26791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commits, 4 accepted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of 25 rounds failed on validity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rewrite changed the collation; now rejected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truth: 23 real bugs put back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compare arms we need bugs we know exist.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12064" y="1700784"/>
            <a:ext cx="6656832" cy="3144447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B"/>
            </a:solidFill>
            <a:prstDash val="solid"/>
          </a:ln>
        </p:spPr>
      </p:sp>
      <p:pic>
        <p:nvPicPr>
          <p:cNvPr id="6" name="Image 0" descr="/home/user/cs5187-term-project/docs/meeting2/deck/A2_bench_ver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583680" cy="307129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06640" y="1737360"/>
            <a:ext cx="4233672" cy="32004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06640" y="1737360"/>
            <a:ext cx="64008" cy="3200400"/>
          </a:xfrm>
          <a:prstGeom prst="rect">
            <a:avLst/>
          </a:prstGeom>
          <a:solidFill>
            <a:srgbClr val="1F5FAD"/>
          </a:solidFill>
          <a:ln w="12700">
            <a:solidFill>
              <a:srgbClr val="1F5FA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1810512"/>
            <a:ext cx="3867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short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635240" y="2240280"/>
            <a:ext cx="3867912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bugs, not synthetic ones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Fixed, solo and injected servers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wrong results, 5 internal errors, 4 assertions, 3 error cases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9 of 20 visible without an oracle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51206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→ 20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548640" y="5897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reverted fixes → observable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389120" y="51206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of 20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4389120" y="5897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a crash-only fuzzer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reach of the typed grammar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arms, 5 trials of 1 hour each, same server, schema, oracles and seeds.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73152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914400"/>
                <a:gridCol w="1005840"/>
                <a:gridCol w="1280160"/>
                <a:gridCol w="822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shapes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/ mutation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628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1,074k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Grammar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Grammar + oracles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34,313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LLM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4938" y="4215384"/>
            <a:ext cx="3373565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B"/>
            </a:solidFill>
            <a:prstDash val="solid"/>
          </a:ln>
        </p:spPr>
      </p:sp>
      <p:pic>
        <p:nvPicPr>
          <p:cNvPr id="7" name="Image 0" descr="/home/user/cs5187-term-project/docs/meeting2/deck/rq1_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14" y="4251960"/>
            <a:ext cx="3300413" cy="1920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485418" y="4215384"/>
            <a:ext cx="3373565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B"/>
            </a:solidFill>
            <a:prstDash val="solid"/>
          </a:ln>
        </p:spPr>
      </p:sp>
      <p:pic>
        <p:nvPicPr>
          <p:cNvPr id="9" name="Image 1" descr="/home/user/cs5187-term-project/docs/meeting2/deck/rq1_pla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994" y="4251960"/>
            <a:ext cx="3300413" cy="19202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8138160" y="1737360"/>
            <a:ext cx="3502152" cy="443484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8138160" y="1737360"/>
            <a:ext cx="64008" cy="4434840"/>
          </a:xfrm>
          <a:prstGeom prst="rect">
            <a:avLst/>
          </a:prstGeom>
          <a:solidFill>
            <a:srgbClr val="1F5FAD"/>
          </a:solidFill>
          <a:ln w="12700">
            <a:solidFill>
              <a:srgbClr val="1F5FAD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366760" y="1810512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8366760" y="2240280"/>
            <a:ext cx="3136392" cy="3867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beats random on every metric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Oracles: more plan shapes, no more lines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LLM: +5 features, no more lines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re-injected bugs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of the 23 are found in one hour; we say so.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83210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188720"/>
                <a:gridCol w="1280160"/>
                <a:gridCol w="128016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Grammar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+Oracles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+LLM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dfcf6fa7 (internal error)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11b56ee2 (assertion)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wrong-result bugs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Bugs found of 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26984" y="4443984"/>
            <a:ext cx="3043711" cy="181051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B"/>
            </a:solidFill>
            <a:prstDash val="solid"/>
          </a:ln>
        </p:spPr>
      </p:sp>
      <p:pic>
        <p:nvPicPr>
          <p:cNvPr id="7" name="Image 0" descr="/home/user/cs5187-term-project/docs/meeting2/deck/A5_attrib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3560" y="4480560"/>
            <a:ext cx="2970559" cy="17373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686800" y="1737360"/>
            <a:ext cx="2953512" cy="448056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686800" y="1737360"/>
            <a:ext cx="64008" cy="4480560"/>
          </a:xfrm>
          <a:prstGeom prst="rect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915400" y="1810512"/>
            <a:ext cx="2587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so few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8915400" y="2240280"/>
            <a:ext cx="2587752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hour is short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trials cannot separate rare finds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attribution to solo servers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tell 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honest findings.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66160" cy="420624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64008" cy="42062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10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Typing pays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200400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vs 26% valid statements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36.7% vs 22.2% of lines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runs 15x more tests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566160" cy="420624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0" y="1737360"/>
            <a:ext cx="64008" cy="4206240"/>
          </a:xfrm>
          <a:prstGeom prst="rect">
            <a:avLst/>
          </a:prstGeom>
          <a:solidFill>
            <a:srgbClr val="1F5FAD"/>
          </a:solidFill>
          <a:ln w="12700">
            <a:solidFill>
              <a:srgbClr val="1F5FA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8105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Oracles find hidden bugs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26280" y="2240280"/>
            <a:ext cx="3200400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wrong results in released versions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precision 0.16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false-alarm classes fixed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46720" y="1737360"/>
            <a:ext cx="3593592" cy="420624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1737360"/>
            <a:ext cx="64008" cy="4206240"/>
          </a:xfrm>
          <a:prstGeom prst="rect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1810512"/>
            <a:ext cx="3227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needs a gate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75320" y="2240280"/>
            <a:ext cx="3227832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features, no extra coverage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10 commits usable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tested rewrite is not a proven rewrite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wrong and how we handled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Deviations from the plan, reported as they happened.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40680" cy="201168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64008" cy="201168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10512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50749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worker's server failed crash recovery: 14 trials re-run, same seeds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sleep: budget unchanged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99632" y="1737360"/>
            <a:ext cx="5440680" cy="201168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9632" y="1737360"/>
            <a:ext cx="64008" cy="2011680"/>
          </a:xfrm>
          <a:prstGeom prst="rect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1810512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28232" y="2240280"/>
            <a:ext cx="50749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arm used Gemini Flash (free tier)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of 25 commits (daily quota)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trials instead of 10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11094415" cy="201168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931920"/>
            <a:ext cx="64008" cy="20116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005072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after the fact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4434840"/>
            <a:ext cx="10728655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false-alarm classes fixed after the campaigns and tested on stored reproducers; not re-measured by a new campaign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to 13 November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1097280" cy="0"/>
          </a:xfrm>
          <a:prstGeom prst="line">
            <a:avLst/>
          </a:prstGeom>
          <a:noFill/>
          <a:ln w="38100">
            <a:solidFill>
              <a:srgbClr val="1F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Verification, follow-up and the paper.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8531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6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Oct to 5 Nov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6 open candidates; follow upstream threads; re-run reproducers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to 6 Nov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Meeting 3: full result tables, paper draft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Nov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Nov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and repository due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663440"/>
            <a:ext cx="11094415" cy="1371600"/>
          </a:xfrm>
          <a:prstGeom prst="rect">
            <a:avLst/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4663440"/>
            <a:ext cx="64008" cy="1371600"/>
          </a:xfrm>
          <a:prstGeom prst="rect">
            <a:avLst/>
          </a:prstGeom>
          <a:solidFill>
            <a:srgbClr val="D9822B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736592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for you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5166360"/>
            <a:ext cx="1072865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committer-confirmed bugs (one fixed) meet the top band even though the benchmark shows no oracle advantage?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7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acceptable to argue precision after the fixes from stored reproducers?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Questions?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566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github.com/PASS-IITG/cs5187-term-project-blazing-bhuvi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LLM-Guided Grammar-Aware Fuzzing of PostgreSQL: progress meeting 2</dc:title>
  <dc:subject>PptxGenJS Presentation</dc:subject>
  <dc:creator>Venu, Bhuvan, Gowtham</dc:creator>
  <cp:lastModifiedBy>Venu, Bhuvan, Gowtham</cp:lastModifiedBy>
  <cp:revision>1</cp:revision>
  <dcterms:created xsi:type="dcterms:W3CDTF">2026-10-29T16:25:22Z</dcterms:created>
  <dcterms:modified xsi:type="dcterms:W3CDTF">2026-10-29T16:25:22Z</dcterms:modified>
</cp:coreProperties>
</file>